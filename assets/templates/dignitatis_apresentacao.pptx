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4F1EB"/>
                </a:solidFill>
                <a:latin typeface="Georgia"/>
              </a:rPr>
              <a:t>DIGNITATIS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9E8C"/>
                </a:solidFill>
                <a:latin typeface="Georgia"/>
              </a:rPr>
              <a:t>Dignidade · Dignidad · Tekó Porã · Ọlá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3657600" cy="36576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4F1EB"/>
                </a:solidFill>
                <a:latin typeface="Calibri"/>
              </a:rPr>
              <a:t>[Título da Apresentação]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C9E8C"/>
                </a:solidFill>
                <a:latin typeface="Calibri"/>
              </a:rPr>
              <a:t>[Subtítulo / Evento / Data]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D3D2F"/>
                </a:solidFill>
                <a:latin typeface="Georgia"/>
              </a:rPr>
              <a:t>SUMÁRIO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4572000" cy="36576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01  Apresentação da Organização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02  Contexto e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03  Nossa Atuação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04  Resultados e Impacto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05 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D3D2F"/>
                </a:solidFill>
                <a:latin typeface="Georgia"/>
              </a:rPr>
              <a:t>[Título da Seção]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4572000" cy="36576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• [Ponto principal 1]
• [Ponto principal 2]
• [Ponto principal 3]
• [Ponto principal 4]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280160"/>
            <a:ext cx="4114800" cy="36576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2011680"/>
            <a:ext cx="37490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4F1EB"/>
                </a:solidFill>
                <a:latin typeface="Georgia"/>
              </a:rPr>
              <a:t>[Dado ou citação em destaque]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D3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F4F1EB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4F1EB"/>
                </a:solidFill>
                <a:latin typeface="Georgia"/>
              </a:rPr>
              <a:t>[Insira aqui uma citação impactante ou dado relevante sobre direitos humanos.]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1EB"/>
                </a:solidFill>
                <a:latin typeface="Calibri"/>
              </a:rPr>
              <a:t>— [Fonte / Autoria]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D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4F1EB"/>
                </a:solidFill>
                <a:latin typeface="Georgia"/>
              </a:rPr>
              <a:t>Obrigado(a)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834640"/>
            <a:ext cx="2743200" cy="36576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7A5C"/>
                </a:solidFill>
                <a:latin typeface="Georgia"/>
              </a:rPr>
              <a:t>DIGNITATIS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9E8C"/>
                </a:solidFill>
                <a:latin typeface="Georgia"/>
              </a:rPr>
              <a:t>Dignidade · Dignidad · Tekó Porã · Ọlá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9E8C"/>
                </a:solidFill>
                <a:latin typeface="Calibri"/>
              </a:rPr>
              <a:t>[e-mail]  ·  [site]  ·  [redes sociais]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