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9F5EF"/>
                </a:solidFill>
                <a:latin typeface="Fraunces"/>
              </a:rPr>
              <a:t>DIGNITATIS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E8E7C"/>
                </a:solidFill>
                <a:latin typeface="Fraunces"/>
              </a:rPr>
              <a:t>Direitos Humanos · Paraíba · Brasil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3657600" cy="36576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9F5EF"/>
                </a:solidFill>
                <a:latin typeface="Source Sans Pro"/>
              </a:rPr>
              <a:t>[Título da Apresentação]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E8E7C"/>
                </a:solidFill>
                <a:latin typeface="Source Sans Pro"/>
              </a:rPr>
              <a:t>[Subtítulo / Evento / Data]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Fraunces"/>
              </a:rPr>
              <a:t>SUMÁRIO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4572000" cy="36576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Source Sans Pro"/>
              </a:rPr>
              <a:t>01  Apresentação da Organização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Source Sans Pro"/>
              </a:rPr>
              <a:t>02  Contexto e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Source Sans Pro"/>
              </a:rPr>
              <a:t>03  Nossa Atuação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Source Sans Pro"/>
              </a:rPr>
              <a:t>04  Resultados e 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Source Sans Pro"/>
              </a:rPr>
              <a:t>05 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Fraunces"/>
              </a:rPr>
              <a:t>[Título da Seção]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4572000" cy="36576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Source Sans Pro"/>
              </a:rPr>
              <a:t>• [Ponto principal 1]
• [Ponto principal 2]
• [Ponto principal 3]
• [Ponto principal 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280160"/>
            <a:ext cx="4114800" cy="3657600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01168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9F5EF"/>
                </a:solidFill>
                <a:latin typeface="Fraunces"/>
              </a:rPr>
              <a:t>[Dado ou citação em destaque]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4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F9F5EF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9F5EF"/>
                </a:solidFill>
                <a:latin typeface="Fraunces"/>
              </a:rPr>
              <a:t>[Insira aqui uma citação impactante ou dado relevante sobre direitos humanos.]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F5EF"/>
                </a:solidFill>
                <a:latin typeface="Source Sans Pro"/>
              </a:rPr>
              <a:t>— [Fonte / Autoria]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F5EF"/>
                </a:solidFill>
                <a:latin typeface="Fraunces"/>
              </a:rPr>
              <a:t>Obrigado(a)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834640"/>
            <a:ext cx="2743200" cy="36576"/>
          </a:xfrm>
          <a:prstGeom prst="rect">
            <a:avLst/>
          </a:prstGeom>
          <a:solidFill>
            <a:srgbClr val="B54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4E31"/>
                </a:solidFill>
                <a:latin typeface="Fraunces"/>
              </a:rPr>
              <a:t>DIGNITATIS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8E7C"/>
                </a:solidFill>
                <a:latin typeface="Fraunces"/>
              </a:rPr>
              <a:t>Direitos Humanos · Paraíba ·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8E7C"/>
                </a:solidFill>
                <a:latin typeface="Source Sans Pro"/>
              </a:rPr>
              <a:t>[e-mail]  ·  [site]  ·  [redes sociais]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